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0" r:id="rId3"/>
    <p:sldId id="256" r:id="rId4"/>
    <p:sldId id="259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865"/>
  </p:normalViewPr>
  <p:slideViewPr>
    <p:cSldViewPr snapToGrid="0" snapToObjects="1">
      <p:cViewPr>
        <p:scale>
          <a:sx n="112" d="100"/>
          <a:sy n="112" d="100"/>
        </p:scale>
        <p:origin x="14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BD07-D387-414D-AF86-B555BD548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52DDE-6F82-0446-9AE1-96CA49477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7EE53-1C86-CD4E-A6F4-B609D230C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7D25-B8E2-4E4C-93C9-C440EE3C4C0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03418-1F33-5343-B258-E621CCDC7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CD37F-95D9-3246-974B-CA2FD2EAE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7BF1-0006-EC41-9584-9F633B92D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96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5B14-56DA-134F-9C0F-B1468CD40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B5AB8-9A79-304D-AB8D-9DD4817DD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EA320-3CF2-1F4A-A7E7-DDFA47CEF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7D25-B8E2-4E4C-93C9-C440EE3C4C0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70B5D-3D6F-024C-9A8B-F7236B45F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04C15-0087-9E4C-B8D2-93723057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7BF1-0006-EC41-9584-9F633B92D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1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F16DF-CFF2-7241-B35C-28E76908D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4935F-C988-BE49-9203-2045E1080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3C8E-EC29-EF44-B995-E8759494B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7D25-B8E2-4E4C-93C9-C440EE3C4C0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7EA80-AFEB-9D44-BF51-33B7A20BF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9E7BB-5C81-004C-9BE2-3E242EE0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7BF1-0006-EC41-9584-9F633B92D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0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52F7-8266-FF4B-A94D-3B6609C2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57D51-EE28-8443-87A5-807A1BCC5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2AB9C-22E5-8C49-9B7F-740484F39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12C3A-DEA9-044B-A044-58D2C109C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7D25-B8E2-4E4C-93C9-C440EE3C4C0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B34B7-E068-CA40-A7B0-918334CC9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F1CF7-606E-864B-8BFC-C957F8E6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7BF1-0006-EC41-9584-9F633B92D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35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CDADA-3D60-984D-BF45-FFE0E2106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18E7B-28AF-F84A-BB6C-BFE873B24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CA102-69F9-AD4B-AAE3-617532609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A20E5-1A8A-E047-A936-687A77E6D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601628-A3A3-2940-BEAE-A643E0764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5EB5C6-3DFE-C444-A779-F15BF9B42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7D25-B8E2-4E4C-93C9-C440EE3C4C0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834E51-AFCA-174B-B5C5-D27B4FEE6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4821C-6D16-B648-979B-2CE15C53B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7BF1-0006-EC41-9584-9F633B92D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10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7B169-2F7F-0949-95D5-BE6C67CF8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327EF4-10DB-A944-B260-F08DFBBC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7D25-B8E2-4E4C-93C9-C440EE3C4C0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23B01-E1A1-AE44-8F95-BDFFE2E5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9B968-0717-5744-8012-56D9FA22A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7BF1-0006-EC41-9584-9F633B92D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35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2B9800-8612-2C4C-BF78-3E634194C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7D25-B8E2-4E4C-93C9-C440EE3C4C0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70676-6CBC-1C47-B860-0F36D6FD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B2C33-3FB6-3140-A3A9-8CDB0D7F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7BF1-0006-EC41-9584-9F633B92D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19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E773C-552D-1247-A535-9C679401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5CC79-86EB-0248-9AE1-FBB17C245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C64BF-5F4E-044B-83C8-ED5B2AFBD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1745F-3B18-5C45-80B6-5D85D6DF9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7D25-B8E2-4E4C-93C9-C440EE3C4C0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FF461-8351-C34F-9733-C8EF63A2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6F17A-E2F3-ED45-BD44-111F3E47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7BF1-0006-EC41-9584-9F633B92D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14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6795C-06E0-D340-B90F-EA248EB2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72A4D6-0A7F-AC45-A99A-8BEA2C2BA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44A36-8C34-214A-8475-886D3162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823EB-B06A-9349-BAC5-C83BE0DA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7D25-B8E2-4E4C-93C9-C440EE3C4C0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EB71E-BFB5-5244-8BDA-325DB671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9CB3B-00F0-734C-A278-6FE9894A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7BF1-0006-EC41-9584-9F633B92D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3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07B8-F6D7-4B40-954E-EA1A7D78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2C82E-C8A4-E54F-9B45-0F28CBB68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EE2D8-E450-C445-92B8-C68EB960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7D25-B8E2-4E4C-93C9-C440EE3C4C0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48185-FEAF-124A-910E-8EF410D2E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3FC2B-5A45-F84F-82E2-5770C4D60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7BF1-0006-EC41-9584-9F633B92D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0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5E627-998E-1E42-B97A-8A5B681229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25983-2230-CE4B-95FD-CF25F9237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1377E-940E-3249-B3FE-87175E7DE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7D25-B8E2-4E4C-93C9-C440EE3C4C0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4681C-9C05-2941-B513-809C03F5D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F68E9-D33D-BD42-B85C-D10B92661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7BF1-0006-EC41-9584-9F633B92D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1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C1C9BA-A652-A948-BC13-A8F10B43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4B183-4101-304B-B3D9-4701CD5C4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9C9CB-3C77-404B-9A34-19CB1B4D1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67D25-B8E2-4E4C-93C9-C440EE3C4C0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BE134-F99C-5541-A3E2-FE91D423B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3E98F-A7B5-6B4D-A24A-2A08B9341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27BF1-0006-EC41-9584-9F633B92D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60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5.png">
            <a:extLst>
              <a:ext uri="{FF2B5EF4-FFF2-40B4-BE49-F238E27FC236}">
                <a16:creationId xmlns:a16="http://schemas.microsoft.com/office/drawing/2014/main" id="{28BA6F96-3B12-8E4C-A828-5CA33B41824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486660" y="1368501"/>
            <a:ext cx="6771640" cy="412099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70101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13FF32-AE98-044C-858B-BBC97BFADE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21" t="7631"/>
          <a:stretch/>
        </p:blipFill>
        <p:spPr>
          <a:xfrm>
            <a:off x="3543300" y="1588770"/>
            <a:ext cx="5448300" cy="401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8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B59316F-6E50-E342-81AE-C31FA82992EF}"/>
              </a:ext>
            </a:extLst>
          </p:cNvPr>
          <p:cNvGrpSpPr/>
          <p:nvPr/>
        </p:nvGrpSpPr>
        <p:grpSpPr>
          <a:xfrm>
            <a:off x="925658" y="1252523"/>
            <a:ext cx="9572338" cy="3318238"/>
            <a:chOff x="925658" y="1252523"/>
            <a:chExt cx="9572338" cy="331823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DC83AB9-0583-D649-8B78-05098667D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96057" y="2739276"/>
              <a:ext cx="1240718" cy="1379448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93FC0CF-2F2F-2B4B-A7D6-9C9305A4451A}"/>
                </a:ext>
              </a:extLst>
            </p:cNvPr>
            <p:cNvGrpSpPr/>
            <p:nvPr/>
          </p:nvGrpSpPr>
          <p:grpSpPr>
            <a:xfrm>
              <a:off x="925658" y="1252523"/>
              <a:ext cx="3364755" cy="3318238"/>
              <a:chOff x="1639446" y="9352376"/>
              <a:chExt cx="3364755" cy="3318238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EF9FE6AB-7AD4-CD4D-ACE9-69641517BA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9446" y="9352376"/>
                <a:ext cx="3364755" cy="3318238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F12E4318-D496-AA4E-8B36-C5651C2CC4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7526" y="9823173"/>
                <a:ext cx="647700" cy="647700"/>
              </a:xfrm>
              <a:prstGeom prst="rect">
                <a:avLst/>
              </a:prstGeom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58BE638-FC75-964F-84CE-EDCB896B33AC}"/>
                </a:ext>
              </a:extLst>
            </p:cNvPr>
            <p:cNvGrpSpPr/>
            <p:nvPr/>
          </p:nvGrpSpPr>
          <p:grpSpPr>
            <a:xfrm>
              <a:off x="5742419" y="1252523"/>
              <a:ext cx="3364755" cy="3318238"/>
              <a:chOff x="7843267" y="9132865"/>
              <a:chExt cx="3364755" cy="3318238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219AF7C-E081-4B44-BEEF-90E8C7A9E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43267" y="9132865"/>
                <a:ext cx="3364755" cy="3318238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43155E5A-127C-734B-BCA6-C3D18F524E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48000"/>
              </a:blip>
              <a:stretch>
                <a:fillRect/>
              </a:stretch>
            </p:blipFill>
            <p:spPr>
              <a:xfrm>
                <a:off x="8390670" y="9543212"/>
                <a:ext cx="647700" cy="647700"/>
              </a:xfrm>
              <a:prstGeom prst="rect">
                <a:avLst/>
              </a:prstGeom>
            </p:spPr>
          </p:pic>
        </p:grpSp>
        <p:pic>
          <p:nvPicPr>
            <p:cNvPr id="11" name="Picture 10" descr="A red outline of a body&#10;&#10;Description automatically generated">
              <a:extLst>
                <a:ext uri="{FF2B5EF4-FFF2-40B4-BE49-F238E27FC236}">
                  <a16:creationId xmlns:a16="http://schemas.microsoft.com/office/drawing/2014/main" id="{6B73C4B3-806B-FC46-90D7-787C24A68E91}"/>
                </a:ext>
              </a:extLst>
            </p:cNvPr>
            <p:cNvPicPr>
              <a:picLocks/>
            </p:cNvPicPr>
            <p:nvPr/>
          </p:nvPicPr>
          <p:blipFill rotWithShape="1">
            <a:blip r:embed="rId6"/>
            <a:srcRect l="22706" t="17338" r="17939" b="17204"/>
            <a:stretch/>
          </p:blipFill>
          <p:spPr>
            <a:xfrm>
              <a:off x="9126396" y="2537491"/>
              <a:ext cx="1371600" cy="15812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83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664F4F-5F74-D14D-80D6-795786A7DD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2"/>
          <a:stretch/>
        </p:blipFill>
        <p:spPr>
          <a:xfrm>
            <a:off x="1394460" y="1771650"/>
            <a:ext cx="948944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251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FF71CB2-3CCC-AB41-8F78-29C17FB748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7" t="6833" r="45500" b="34000"/>
          <a:stretch/>
        </p:blipFill>
        <p:spPr bwMode="auto">
          <a:xfrm>
            <a:off x="4421505" y="1400175"/>
            <a:ext cx="334899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485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942C94F-D732-4C4E-8246-E1CB744CAC37}"/>
              </a:ext>
            </a:extLst>
          </p:cNvPr>
          <p:cNvGrpSpPr/>
          <p:nvPr/>
        </p:nvGrpSpPr>
        <p:grpSpPr>
          <a:xfrm>
            <a:off x="1894204" y="909216"/>
            <a:ext cx="7646036" cy="4795871"/>
            <a:chOff x="1894204" y="909216"/>
            <a:chExt cx="7646036" cy="4795871"/>
          </a:xfrm>
        </p:grpSpPr>
        <p:pic>
          <p:nvPicPr>
            <p:cNvPr id="1026" name="Picture 2" descr="Brain emoji - Free Download PNG &amp; SVG | Streamline">
              <a:extLst>
                <a:ext uri="{FF2B5EF4-FFF2-40B4-BE49-F238E27FC236}">
                  <a16:creationId xmlns:a16="http://schemas.microsoft.com/office/drawing/2014/main" id="{6604C51E-5341-EA47-992B-BD4165663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94204" y="1843405"/>
              <a:ext cx="3171190" cy="31711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AI generated image">
              <a:extLst>
                <a:ext uri="{FF2B5EF4-FFF2-40B4-BE49-F238E27FC236}">
                  <a16:creationId xmlns:a16="http://schemas.microsoft.com/office/drawing/2014/main" id="{8CABC4D4-B1C9-B149-BDB3-77C63CEE01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3040" y="2194069"/>
              <a:ext cx="2453640" cy="2453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Curved Up Arrow 1">
              <a:extLst>
                <a:ext uri="{FF2B5EF4-FFF2-40B4-BE49-F238E27FC236}">
                  <a16:creationId xmlns:a16="http://schemas.microsoft.com/office/drawing/2014/main" id="{31679A5D-B153-5841-84AA-9C262DEFA552}"/>
                </a:ext>
              </a:extLst>
            </p:cNvPr>
            <p:cNvSpPr/>
            <p:nvPr/>
          </p:nvSpPr>
          <p:spPr>
            <a:xfrm rot="10800000">
              <a:off x="3583622" y="909216"/>
              <a:ext cx="3171190" cy="1188722"/>
            </a:xfrm>
            <a:prstGeom prst="curvedUp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030" name="Picture 6" descr="AI generated image">
              <a:extLst>
                <a:ext uri="{FF2B5EF4-FFF2-40B4-BE49-F238E27FC236}">
                  <a16:creationId xmlns:a16="http://schemas.microsoft.com/office/drawing/2014/main" id="{359A6A01-4192-994F-A5A1-616214CA3E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71"/>
            <a:stretch/>
          </p:blipFill>
          <p:spPr bwMode="auto">
            <a:xfrm>
              <a:off x="7726680" y="2194069"/>
              <a:ext cx="1813560" cy="15865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Curved Up Arrow 15">
              <a:extLst>
                <a:ext uri="{FF2B5EF4-FFF2-40B4-BE49-F238E27FC236}">
                  <a16:creationId xmlns:a16="http://schemas.microsoft.com/office/drawing/2014/main" id="{284DF1C6-FBBA-7C41-8678-864C107AB14B}"/>
                </a:ext>
              </a:extLst>
            </p:cNvPr>
            <p:cNvSpPr/>
            <p:nvPr/>
          </p:nvSpPr>
          <p:spPr>
            <a:xfrm rot="10800000" flipH="1" flipV="1">
              <a:off x="3687445" y="4516365"/>
              <a:ext cx="3171190" cy="1188722"/>
            </a:xfrm>
            <a:prstGeom prst="curvedUp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4795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Yong Hoon Chung</dc:creator>
  <cp:lastModifiedBy>Yong Hoon Chung</cp:lastModifiedBy>
  <cp:revision>2</cp:revision>
  <dcterms:created xsi:type="dcterms:W3CDTF">2026-09-17T01:23:45Z</dcterms:created>
  <dcterms:modified xsi:type="dcterms:W3CDTF">2026-09-17T18:36:41Z</dcterms:modified>
</cp:coreProperties>
</file>